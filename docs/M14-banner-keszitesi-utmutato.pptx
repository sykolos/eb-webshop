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79b74e53ab4592" /><Relationship Type="http://schemas.openxmlformats.org/officeDocument/2006/relationships/extended-properties" Target="/docProps/app.xml" Id="R86fbd433ed9b486a" /><Relationship Type="http://schemas.openxmlformats.org/officeDocument/2006/relationships/officeDocument" Target="/ppt/presentation.xml" Id="Rab9affb9af9042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ae1c43bf5a4d3f"/>
  </p:sldMasterIdLst>
  <p:notesMasterIdLst>
    <p:notesMasterId xmlns:r="http://schemas.openxmlformats.org/officeDocument/2006/relationships" r:id="Rc4c1d702e6924f39"/>
  </p:notesMasterIdLst>
  <p:sldIdLst>
    <p:sldId xmlns:r="http://schemas.openxmlformats.org/officeDocument/2006/relationships" id="256" r:id="R51628a0576b0406f"/>
    <p:sldId xmlns:r="http://schemas.openxmlformats.org/officeDocument/2006/relationships" id="257" r:id="R9bbd63ed06764cd0"/>
    <p:sldId xmlns:r="http://schemas.openxmlformats.org/officeDocument/2006/relationships" id="258" r:id="R48dfd289e00b4987"/>
    <p:sldId xmlns:r="http://schemas.openxmlformats.org/officeDocument/2006/relationships" id="259" r:id="R720101551d554bba"/>
    <p:sldId xmlns:r="http://schemas.openxmlformats.org/officeDocument/2006/relationships" id="260" r:id="Rf508aceec98c4814"/>
    <p:sldId xmlns:r="http://schemas.openxmlformats.org/officeDocument/2006/relationships" id="261" r:id="Rf34ac061fe0044a2"/>
    <p:sldId xmlns:r="http://schemas.openxmlformats.org/officeDocument/2006/relationships" id="262" r:id="R40419aad4d2947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933f1031e649fd" /><Relationship Type="http://schemas.openxmlformats.org/officeDocument/2006/relationships/slideMaster" Target="/ppt/slideMasters/slideMaster1.xml" Id="Rb0ae1c43bf5a4d3f" /><Relationship Type="http://schemas.openxmlformats.org/officeDocument/2006/relationships/notesMaster" Target="/ppt/notesMasters/notesMaster1.xml" Id="Rc4c1d702e6924f39" /><Relationship Type="http://schemas.openxmlformats.org/officeDocument/2006/relationships/presProps" Target="/ppt/presProps.xml" Id="Rfe9d7ede3a07406d" /><Relationship Type="http://schemas.openxmlformats.org/officeDocument/2006/relationships/tableStyles" Target="/ppt/tableStyles.xml" Id="R5d55bb121a9c48a7" /><Relationship Type="http://schemas.openxmlformats.org/officeDocument/2006/relationships/slide" Target="/ppt/slides/slide1.xml" Id="R51628a0576b0406f" /><Relationship Type="http://schemas.openxmlformats.org/officeDocument/2006/relationships/slide" Target="/ppt/slides/slide2.xml" Id="R9bbd63ed06764cd0" /><Relationship Type="http://schemas.openxmlformats.org/officeDocument/2006/relationships/slide" Target="/ppt/slides/slide3.xml" Id="R48dfd289e00b4987" /><Relationship Type="http://schemas.openxmlformats.org/officeDocument/2006/relationships/slide" Target="/ppt/slides/slide4.xml" Id="R720101551d554bba" /><Relationship Type="http://schemas.openxmlformats.org/officeDocument/2006/relationships/slide" Target="/ppt/slides/slide5.xml" Id="Rf508aceec98c4814" /><Relationship Type="http://schemas.openxmlformats.org/officeDocument/2006/relationships/slide" Target="/ppt/slides/slide6.xml" Id="Rf34ac061fe0044a2" /><Relationship Type="http://schemas.openxmlformats.org/officeDocument/2006/relationships/slide" Target="/ppt/slides/slide7.xml" Id="R40419aad4d2947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ee2d33fd0e49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0df5f2575a4a15" /><Relationship Type="http://schemas.openxmlformats.org/officeDocument/2006/relationships/notesMaster" Target="/ppt/notesMasters/notesMaster1.xml" Id="R63295278e5994a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01248eb6ff4e15" /><Relationship Type="http://schemas.openxmlformats.org/officeDocument/2006/relationships/notesMaster" Target="/ppt/notesMasters/notesMaster1.xml" Id="R4803dc5fba204d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0230cbfa3b4797" /><Relationship Type="http://schemas.openxmlformats.org/officeDocument/2006/relationships/notesMaster" Target="/ppt/notesMasters/notesMaster1.xml" Id="R5860ea1042a547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a2514e554f4c63" /><Relationship Type="http://schemas.openxmlformats.org/officeDocument/2006/relationships/notesMaster" Target="/ppt/notesMasters/notesMaster1.xml" Id="Rc309a3592b7740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43ad3ea6fe404b" /><Relationship Type="http://schemas.openxmlformats.org/officeDocument/2006/relationships/notesMaster" Target="/ppt/notesMasters/notesMaster1.xml" Id="R86a7684e700142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046d81ddce4dd6" /><Relationship Type="http://schemas.openxmlformats.org/officeDocument/2006/relationships/notesMaster" Target="/ppt/notesMasters/notesMaster1.xml" Id="R5d7185f54c0c46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89a7a515ef4ae9" /><Relationship Type="http://schemas.openxmlformats.org/officeDocument/2006/relationships/notesMaster" Target="/ppt/notesMasters/notesMaster1.xml" Id="R166d5e0e285845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Forrás: a projekt V6 design handoffja és a Laravel M14 banneradmin specifikációja.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méretek a BannerService fix kimeneti méretei. A végleges kreatívot mindig a telefonos kivágás ellenőrzésével kell jóváhagyni.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D01 és D07 alapján a banner nem vezet be új ár- vagy akciómotort.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példák irányelvek, nem éles üzleti ajánlatok.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publikálási művelet a BannerAdminController és BannerService ellenőrzéseit használja.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checklist a M14 elfogadási feltételeit foglalja össze.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banner export a M13 AdminExportService adatkörei közé került.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32b07e5f543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413a3dd35446d8" /><Relationship Type="http://schemas.openxmlformats.org/officeDocument/2006/relationships/slideLayout" Target="/ppt/slideLayouts/slideLayout1.xml" Id="R0eb76ba76c8c48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b76ba76c8c48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6f5b72cd24251" /><Relationship Type="http://schemas.openxmlformats.org/officeDocument/2006/relationships/image" Target="/ppt/media/image.png" Id="R9b38ef0b41dd4b67" /><Relationship Type="http://schemas.openxmlformats.org/officeDocument/2006/relationships/notesSlide" Target="/ppt/notesSlides/notesSlide1.xml" Id="R82d4a1a4d3014e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d85f3e30e4b3d" /><Relationship Type="http://schemas.openxmlformats.org/officeDocument/2006/relationships/notesSlide" Target="/ppt/notesSlides/notesSlide2.xml" Id="R5a4b992d5ed742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3e2ca2acb4c12" /><Relationship Type="http://schemas.openxmlformats.org/officeDocument/2006/relationships/notesSlide" Target="/ppt/notesSlides/notesSlide3.xml" Id="Re325141d99de47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7e9d35ee44505" /><Relationship Type="http://schemas.openxmlformats.org/officeDocument/2006/relationships/notesSlide" Target="/ppt/notesSlides/notesSlide4.xml" Id="R64573e0fc9d54e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4e9aeb2364966" /><Relationship Type="http://schemas.openxmlformats.org/officeDocument/2006/relationships/notesSlide" Target="/ppt/notesSlides/notesSlide5.xml" Id="R25cfdfcb820f44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3dee171524e9f" /><Relationship Type="http://schemas.openxmlformats.org/officeDocument/2006/relationships/notesSlide" Target="/ppt/notesSlides/notesSlide6.xml" Id="Rf5639c92351643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162ee129240df" /><Relationship Type="http://schemas.openxmlformats.org/officeDocument/2006/relationships/notesSlide" Target="/ppt/notesSlides/notesSlide7.xml" Id="Rab12a0de0efa42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8ef0b41dd4b67"/>
          <a:srcRect xmlns:a="http://schemas.openxmlformats.org/drawingml/2006/main" l="23814" t="0" r="23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373BA-7929-4929-9280-F57322DC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BANNERKÉSZÍTÉSI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ÚTMUTATÓ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C8CA4-468C-49C8-9AD8-5183F502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5DADD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D5DADD"/>
                </a:solidFill>
                <a:latin typeface="Helvetica"/>
                <a:ea typeface="Helvetica"/>
                <a:cs typeface="Helvetica"/>
              </a:rPr>
              <a:t>Hero és úszó banner a Laravel webshophoz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F7109-FF31-4AE3-AEA0-8224F251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777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FF7777"/>
                </a:solidFill>
                <a:latin typeface="Helvetica"/>
                <a:ea typeface="Helvetica"/>
                <a:cs typeface="Helvetica"/>
              </a:rPr>
              <a:t>M14 · belső használatra</a:t>
            </a:r>
          </a:p>
        </p:txBody>
      </p:sp>
    </p:spTree>
    <p:extLst>
      <p:ext uri="{BB962C8B-B14F-4D97-AF65-F5344CB8AC3E}">
        <p14:creationId xmlns:p14="http://schemas.microsoft.com/office/powerpoint/2010/main" val="18119817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8847A-CDE3-4F8F-BA19-D969B594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01 / MÉRETEZÉS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54F9A-0E71-462B-AB29-521024CD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Három képméret, egy üzenet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5BD0D-A269-4777-8E0D-9187D7E1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Electro Business · M14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DB976-EB0D-40E2-B5A6-86201CF3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181D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14181D"/>
                </a:solidFill>
                <a:latin typeface="Helvetica"/>
                <a:ea typeface="Helvetica"/>
                <a:cs typeface="Helvetica"/>
              </a:rPr>
              <a:t>A rendszer minden bannerhez három képfájlt kér. Mentéskor egységes WebP-változat készül, fix képaránnyal.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5F9A5-46D7-4A1C-829F-8B244F77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DESKTOP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148F8-EB83-4D25-8696-4F711665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210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1600 × 500 px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8B3C8-628B-4AA0-87AA-4FF991D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16 :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B9090-CEBF-42CF-89A9-02014B80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181D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14181D"/>
                </a:solidFill>
                <a:latin typeface="Helvetica"/>
                <a:ea typeface="Helvetica"/>
                <a:cs typeface="Helvetica"/>
              </a:rPr>
              <a:t>Hero, széles képernyő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82C68-D5DB-4F25-9A15-4D6C932B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TABLET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3E10B-CF49-4FE7-B5BA-372C2AF4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210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1200 × 675 px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0BFBD-CB99-4336-BFFC-AFC210B2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24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16 : 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0F53E-C943-444B-9D9A-970CF310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181D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14181D"/>
                </a:solidFill>
                <a:latin typeface="Helvetica"/>
                <a:ea typeface="Helvetica"/>
                <a:cs typeface="Helvetica"/>
              </a:rPr>
              <a:t>iPad és köztes szélesség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675BB-E7E7-43FA-BC61-8F8BFF44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TELEFON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2BDEB-C387-44AE-B044-474C460B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28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210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900 × 1125 px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A1775-EA72-4611-A4C0-16D6B81D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4 :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FA9AB-01F6-4D69-AEF2-16A54AE7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957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181D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14181D"/>
                </a:solidFill>
                <a:latin typeface="Helvetica"/>
                <a:ea typeface="Helvetica"/>
                <a:cs typeface="Helvetica"/>
              </a:rPr>
              <a:t>Mobil, álló kivágás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F9C50-3176-4175-96D6-8B1D60A5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A képkivágás automatikusan cover módban készül. A fontos tárgy, arc és felirat maradjon a középső biztonságos zónában.</a:t>
            </a:r>
          </a:p>
        </p:txBody>
      </p:sp>
    </p:spTree>
    <p:extLst>
      <p:ext uri="{BB962C8B-B14F-4D97-AF65-F5344CB8AC3E}">
        <p14:creationId xmlns:p14="http://schemas.microsoft.com/office/powerpoint/2010/main" val="521214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25562-C898-4817-A8B5-85226FFC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02 / KOMPOZÍCIÓ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8B2B4-F5D0-416D-A704-59E8951E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Biztonságos szövegzóna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FE3A9-EA8E-4A86-B4AD-2730875A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Electro Business · M14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258B7-36F8-4C31-ACBF-E66329F1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181D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14181D"/>
                </a:solidFill>
                <a:latin typeface="Helvetica"/>
                <a:ea typeface="Helvetica"/>
                <a:cs typeface="Helvetica"/>
              </a:rPr>
              <a:t>A kép önmagában is legyen érthető. A rendszer a címet és a CTA-t HTML-ként helyezi rá a hero felületre.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00C61-0E00-4730-9B4D-30A0C878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TARTALOM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AE3AD-715A-443A-BFB7-9B7A8DCD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352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bal oldali, nyugodt háttér</a:t>
            </a:r>
          </a:p>
          <a:p xmlns:a="http://schemas.openxmlformats.org/drawingml/2006/main">
            <a:pPr>
              <a:defRPr sz="180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max. 2 sor cím</a:t>
            </a:r>
          </a:p>
          <a:p xmlns:a="http://schemas.openxmlformats.org/drawingml/2006/main">
            <a:pPr>
              <a:defRPr sz="180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1 rövid CTA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06FEA-3325-4856-B4F0-E0A8FE2E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KERÜLD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363C3-7C81-4B6D-8B58-646D094D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szélére tett szöveg</a:t>
            </a:r>
          </a:p>
          <a:p xmlns:a="http://schemas.openxmlformats.org/drawingml/2006/main">
            <a:pPr>
              <a:defRPr sz="16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apró betű</a:t>
            </a:r>
          </a:p>
          <a:p xmlns:a="http://schemas.openxmlformats.org/drawingml/2006/main">
            <a:pPr>
              <a:defRPr sz="16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fix akcióígéret jóváhagyás nélkül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3877F-5041-4919-97FB-8AEC63EC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A banner felülete aktuális akcióra vagy termékkategóriára mutathat. Az árképzést és a kedvezményszabályokat nem a banner kezeli.</a:t>
            </a:r>
          </a:p>
        </p:txBody>
      </p:sp>
    </p:spTree>
    <p:extLst>
      <p:ext uri="{BB962C8B-B14F-4D97-AF65-F5344CB8AC3E}">
        <p14:creationId xmlns:p14="http://schemas.microsoft.com/office/powerpoint/2010/main" val="4850477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72DFE-1A9E-4E2B-AFEF-38055F71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03 / TARTALOM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B1C79-D760-457F-BAF1-8BD6FC9B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Jó és rossz bannerüzenet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0B709-A593-4AE7-B29A-CD6E8FDA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Electro Business · M14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B935F-D7BC-4527-B6D9-0F9A2534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87B52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87B52"/>
                </a:solidFill>
                <a:latin typeface="Helvetica"/>
                <a:ea typeface="Helvetica"/>
                <a:cs typeface="Helvetica"/>
              </a:rPr>
              <a:t>JÓ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E2D47-E48D-4FAA-961D-DB64D675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Villamossági kategóriák</a:t>
            </a:r>
          </a:p>
          <a:p xmlns:a="http://schemas.openxmlformats.org/drawingml/2006/main">
            <a:pPr>
              <a:defRPr sz="195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Egy helyen áttekinthető kínálat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58F02-F7BC-44B9-BB4E-CE479180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CTA: Kategóriák megnyitása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09570-D3A3-4968-9D0F-3A0D15A6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Egyértelmű téma, rövid cím, valódi céloldal.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299C9-8C0F-4B75-A3FA-236C6551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65B00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A65B00"/>
                </a:solidFill>
                <a:latin typeface="Helvetica"/>
                <a:ea typeface="Helvetica"/>
                <a:cs typeface="Helvetica"/>
              </a:rPr>
              <a:t>KERÜLD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552AB-D0D9-4839-8C19-301EBDE2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Akár -30% mindenre!</a:t>
            </a:r>
          </a:p>
          <a:p xmlns:a="http://schemas.openxmlformats.org/drawingml/2006/main">
            <a:pPr>
              <a:defRPr sz="195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Csak ma!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AFC6E-4833-4015-92A2-989C7BF4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Ha nincs jóváhagyott ajánlat és feltétel, ne kerüljön ki.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7F078-E972-40FB-9BFA-4473CAE6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A cím, alt szöveg, link és időzítés adminból rögzül. A publikus állapot külön kapcsolható.</a:t>
            </a:r>
          </a:p>
        </p:txBody>
      </p:sp>
    </p:spTree>
    <p:extLst>
      <p:ext uri="{BB962C8B-B14F-4D97-AF65-F5344CB8AC3E}">
        <p14:creationId xmlns:p14="http://schemas.microsoft.com/office/powerpoint/2010/main" val="7970141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302DA-9924-4F19-B8CA-4A7D8069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04 / FOLYAMAT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1989D-553F-4770-944A-F4371720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Adminfeltöltés öt lépésben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4E3DE-E06C-4653-9A90-C1BC5160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Electro Business · M14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23C42-14C0-4EC4-B9A1-BE63C299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79AD6-4630-414B-B3B4-FB0386B6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66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Hely kiválasztása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D8B44-174B-4F26-B220-9BC20F00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66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Hero vagy úszó banner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E67B0-A66D-4A54-84AF-EB7E056D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F3CD5-FE9F-416A-BAF2-70D23CA9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47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Három kép feltöltése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C283A-357E-4E91-8853-E3BC81B2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47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Desktop, tablet, telefon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5586D-E9D3-4FF3-A34C-DCCA9D9D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DF545-1B60-4ECA-83F1-D0FB449B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28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Metaadatok kitöltése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346E4-FB25-4780-82E9-13C9ADB6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28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Alt, cím, CTA és URL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84BB4-80DA-4BC1-B60A-A957267B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653D3-720A-48DA-ACA3-9BEE602C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10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Piszkozat mentése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51263-0712-4274-A818-FD755396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Előnézet és ellenőrzés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B23AA-7D86-4EEB-A7FE-92D845BD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1BF47-9F00-4457-904D-E16C380C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91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Publikálás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3FF16E-36E0-495A-8948-8AD55FC0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91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Időzítés után megjelenik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A4470-06AD-40E7-9CCF-15234B95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Hibás formátum vagy hiányzó képeszköz esetén a publikálás nem engedélyezett.</a:t>
            </a:r>
          </a:p>
        </p:txBody>
      </p:sp>
    </p:spTree>
    <p:extLst>
      <p:ext uri="{BB962C8B-B14F-4D97-AF65-F5344CB8AC3E}">
        <p14:creationId xmlns:p14="http://schemas.microsoft.com/office/powerpoint/2010/main" val="13756315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6F2C2-A443-4A83-A42E-BCFABA5F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05 / MINŐSÉG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3184A-829E-48AE-B831-D4CA772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Feltöltés előtti ellenőrzőlista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6C5AF-6741-4CBB-B70C-A7902931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Electro Business · M14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4E893-47BF-423F-A585-EA686D5D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D4F0F-2611-48F3-9E6D-AFA05D28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28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A fontos kép- és szövegelem mindhárom kivágásban látható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20F82-7B40-4B78-A4A1-CF6D27B1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BEDE5-2826-452E-8715-131C2EA8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621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Az alt szöveg ténylegesen leírja a képet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F2E2B-0B2B-406B-B799-FF2A1C76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CC94D-DDEB-426E-9D0F-F1CF55D6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95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A CTA valós, ellenőrzött kategória- vagy információs oldalra mutat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881EE-564C-463E-AED4-F9792DEC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96915-B9B6-478D-A0E5-835FFB55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28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A cím nem állít jóvá nem hagyott kedvezményt vagy készletet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AC38F-3421-4B2F-98A8-4D8F7E52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8604E-02AE-4276-B322-23C0B53A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623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A kezdő és záró időpont egymással összhangban van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77FC5-A256-4E7C-AE4B-C901C12C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FBBE2-A13C-4E13-A93F-B6AB405D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Mobilon a lebegő elem nem takarja a tartalmat vagy vezérlőket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C2096-CB18-4B01-BACD-DE2B2A76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Publikálás után ellenőrizd a főoldalt asztali, tablet és telefon nézetben.</a:t>
            </a:r>
          </a:p>
        </p:txBody>
      </p:sp>
    </p:spTree>
    <p:extLst>
      <p:ext uri="{BB962C8B-B14F-4D97-AF65-F5344CB8AC3E}">
        <p14:creationId xmlns:p14="http://schemas.microsoft.com/office/powerpoint/2010/main" val="448123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364B8-F407-44B4-80AF-CABF4353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06 / ÜZEMELTETÉS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CE1BA-00E1-4A9E-831A-071E1D42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Export és visszavonás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D4FA5-9DDC-4E66-9F02-0906FE0D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Electro Business · M14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A4C1B-8EE7-4090-BD1B-61819E1B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181D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14181D"/>
                </a:solidFill>
                <a:latin typeface="Helvetica"/>
                <a:ea typeface="Helvetica"/>
                <a:cs typeface="Helvetica"/>
              </a:rPr>
              <a:t>A banner metaadatai exportálhatók az Admin / Exportok oldalon. A képek magánfájlok nélkül, metaadatként kerülnek a táblába.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2D627-3B59-4802-B959-E93FA60A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0000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E60000"/>
                </a:solidFill>
                <a:latin typeface="Helvetica"/>
                <a:ea typeface="Helvetica"/>
                <a:cs typeface="Helvetica"/>
              </a:rPr>
              <a:t>Exportált mezők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2A5E4-A80B-477E-BDF4-B3443AA4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hely · cím · alt szöveg · link</a:t>
            </a:r>
          </a:p>
          <a:p xmlns:a="http://schemas.openxmlformats.org/drawingml/2006/main">
            <a:pPr>
              <a:defRPr sz="1800" b="1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sorrend · időszak · publikus állapot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10076-648A-4B1C-BEDF-599E0CDB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191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529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02529"/>
                </a:solidFill>
                <a:latin typeface="Helvetica"/>
                <a:ea typeface="Helvetica"/>
                <a:cs typeface="Helvetica"/>
              </a:rPr>
              <a:t>Ha egy kampány lejár vagy hibás, a banner egy gombbal visszavonható. A fájlok és az auditnyom megmarad a kezelhető történethez.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70ABB-8F76-4180-9143-EEFCAF7D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65717B"/>
                </a:solidFill>
                <a:latin typeface="Helvetica"/>
                <a:ea typeface="Helvetica"/>
                <a:cs typeface="Helvetica"/>
              </a:rPr>
              <a:t>A PPT végleges méretei egyeznek a Laravel kimeneti méreteivel.</a:t>
            </a:r>
          </a:p>
        </p:txBody>
      </p:sp>
    </p:spTree>
    <p:extLst>
      <p:ext uri="{BB962C8B-B14F-4D97-AF65-F5344CB8AC3E}">
        <p14:creationId xmlns:p14="http://schemas.microsoft.com/office/powerpoint/2010/main" val="3933695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2026-10-15T13:24:52.9120000Z</dcterms:created>
  <dcterms:modified xsi:type="dcterms:W3CDTF">2026-10-15T13:24:52.9120000Z</dcterms:modified>
</coreProperties>
</file>